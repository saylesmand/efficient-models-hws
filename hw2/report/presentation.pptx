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66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9FB"/>
    <a:srgbClr val="E9EDFD"/>
    <a:srgbClr val="4285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B1FCA-9DEA-4CED-BBD5-4100EDD71AE3}" v="13" dt="2025-06-28T15:09:59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ниил Матвиенко" userId="9e45cbf02e4748f3" providerId="LiveId" clId="{55FB1FCA-9DEA-4CED-BBD5-4100EDD71AE3}"/>
    <pc:docChg chg="undo custSel addSld delSld modSld">
      <pc:chgData name="Даниил Матвиенко" userId="9e45cbf02e4748f3" providerId="LiveId" clId="{55FB1FCA-9DEA-4CED-BBD5-4100EDD71AE3}" dt="2025-06-29T15:48:59.543" v="37" actId="47"/>
      <pc:docMkLst>
        <pc:docMk/>
      </pc:docMkLst>
      <pc:sldChg chg="del">
        <pc:chgData name="Даниил Матвиенко" userId="9e45cbf02e4748f3" providerId="LiveId" clId="{55FB1FCA-9DEA-4CED-BBD5-4100EDD71AE3}" dt="2025-06-29T15:48:59.543" v="37" actId="47"/>
        <pc:sldMkLst>
          <pc:docMk/>
          <pc:sldMk cId="0" sldId="267"/>
        </pc:sldMkLst>
      </pc:sldChg>
      <pc:sldChg chg="addSp modSp new mod">
        <pc:chgData name="Даниил Матвиенко" userId="9e45cbf02e4748f3" providerId="LiveId" clId="{55FB1FCA-9DEA-4CED-BBD5-4100EDD71AE3}" dt="2025-06-28T11:22:13.096" v="11" actId="20577"/>
        <pc:sldMkLst>
          <pc:docMk/>
          <pc:sldMk cId="3477685570" sldId="287"/>
        </pc:sldMkLst>
        <pc:spChg chg="add mod">
          <ac:chgData name="Даниил Матвиенко" userId="9e45cbf02e4748f3" providerId="LiveId" clId="{55FB1FCA-9DEA-4CED-BBD5-4100EDD71AE3}" dt="2025-06-28T11:21:57.843" v="9" actId="1076"/>
          <ac:spMkLst>
            <pc:docMk/>
            <pc:sldMk cId="3477685570" sldId="287"/>
            <ac:spMk id="3" creationId="{1374E9C8-3EFA-414D-FAD0-C1BAEEBD6238}"/>
          </ac:spMkLst>
        </pc:spChg>
        <pc:graphicFrameChg chg="add mod modGraphic">
          <ac:chgData name="Даниил Матвиенко" userId="9e45cbf02e4748f3" providerId="LiveId" clId="{55FB1FCA-9DEA-4CED-BBD5-4100EDD71AE3}" dt="2025-06-28T11:22:13.096" v="11" actId="20577"/>
          <ac:graphicFrameMkLst>
            <pc:docMk/>
            <pc:sldMk cId="3477685570" sldId="287"/>
            <ac:graphicFrameMk id="2" creationId="{819B945C-A959-AF5B-B993-8F5787C31D4B}"/>
          </ac:graphicFrameMkLst>
        </pc:graphicFrameChg>
      </pc:sldChg>
      <pc:sldChg chg="addSp modSp new del">
        <pc:chgData name="Даниил Матвиенко" userId="9e45cbf02e4748f3" providerId="LiveId" clId="{55FB1FCA-9DEA-4CED-BBD5-4100EDD71AE3}" dt="2025-06-29T15:41:13.532" v="36" actId="47"/>
        <pc:sldMkLst>
          <pc:docMk/>
          <pc:sldMk cId="1195469800" sldId="288"/>
        </pc:sldMkLst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4" creationId="{0580D286-608E-75E4-2CBE-6DB6AF3E2FA8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6" creationId="{15EDC1EC-C8F0-9A75-C438-E97E253F0FF1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11" creationId="{F0A2E69E-AAD0-B9D0-5E06-1BC4801B03BB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14" creationId="{379D1B9B-06D8-3E87-3611-272FEEF26843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17" creationId="{2C8F4409-9095-3B9B-C019-DE38A6AD081B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18" creationId="{077819EE-1225-4868-7369-F10436587A95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20" creationId="{992EAACB-1B1D-1C7E-07E4-1BA8483C716F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22" creationId="{B9AB41A8-C84C-2E5D-A060-15E89DFC74E2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27" creationId="{A7387C02-2864-2165-71B2-AF5F229A9B48}"/>
          </ac:spMkLst>
        </pc:spChg>
        <pc:spChg chg="add mod">
          <ac:chgData name="Даниил Матвиенко" userId="9e45cbf02e4748f3" providerId="LiveId" clId="{55FB1FCA-9DEA-4CED-BBD5-4100EDD71AE3}" dt="2025-06-28T11:34:18.152" v="13"/>
          <ac:spMkLst>
            <pc:docMk/>
            <pc:sldMk cId="1195469800" sldId="288"/>
            <ac:spMk id="36" creationId="{432C713D-0BE7-D3E5-C154-23555C67C7C2}"/>
          </ac:spMkLst>
        </pc:spChg>
        <pc:spChg chg="add mod">
          <ac:chgData name="Даниил Матвиенко" userId="9e45cbf02e4748f3" providerId="LiveId" clId="{55FB1FCA-9DEA-4CED-BBD5-4100EDD71AE3}" dt="2025-06-28T11:34:23.871" v="14"/>
          <ac:spMkLst>
            <pc:docMk/>
            <pc:sldMk cId="1195469800" sldId="288"/>
            <ac:spMk id="37" creationId="{B262F780-0F39-E330-77D9-CAE88FCD6938}"/>
          </ac:spMkLst>
        </pc:spChg>
      </pc:sldChg>
      <pc:sldChg chg="addSp modSp new">
        <pc:chgData name="Даниил Матвиенко" userId="9e45cbf02e4748f3" providerId="LiveId" clId="{55FB1FCA-9DEA-4CED-BBD5-4100EDD71AE3}" dt="2025-06-28T11:36:40.315" v="17"/>
        <pc:sldMkLst>
          <pc:docMk/>
          <pc:sldMk cId="1804349832" sldId="289"/>
        </pc:sldMkLst>
        <pc:spChg chg="add mod">
          <ac:chgData name="Даниил Матвиенко" userId="9e45cbf02e4748f3" providerId="LiveId" clId="{55FB1FCA-9DEA-4CED-BBD5-4100EDD71AE3}" dt="2025-06-28T11:36:40.315" v="17"/>
          <ac:spMkLst>
            <pc:docMk/>
            <pc:sldMk cId="1804349832" sldId="289"/>
            <ac:spMk id="3" creationId="{262020E3-3C16-CADD-CEEE-0FEAC70ACB8F}"/>
          </ac:spMkLst>
        </pc:spChg>
        <pc:graphicFrameChg chg="add mod">
          <ac:chgData name="Даниил Матвиенко" userId="9e45cbf02e4748f3" providerId="LiveId" clId="{55FB1FCA-9DEA-4CED-BBD5-4100EDD71AE3}" dt="2025-06-28T11:36:35.976" v="16"/>
          <ac:graphicFrameMkLst>
            <pc:docMk/>
            <pc:sldMk cId="1804349832" sldId="289"/>
            <ac:graphicFrameMk id="2" creationId="{529DB981-CF1D-CA65-E30E-72A91A5453CC}"/>
          </ac:graphicFrameMkLst>
        </pc:graphicFrameChg>
      </pc:sldChg>
      <pc:sldChg chg="addSp modSp new mod">
        <pc:chgData name="Даниил Матвиенко" userId="9e45cbf02e4748f3" providerId="LiveId" clId="{55FB1FCA-9DEA-4CED-BBD5-4100EDD71AE3}" dt="2025-06-28T15:11:00.420" v="33" actId="1582"/>
        <pc:sldMkLst>
          <pc:docMk/>
          <pc:sldMk cId="1545754726" sldId="290"/>
        </pc:sldMkLst>
        <pc:spChg chg="add mod">
          <ac:chgData name="Даниил Матвиенко" userId="9e45cbf02e4748f3" providerId="LiveId" clId="{55FB1FCA-9DEA-4CED-BBD5-4100EDD71AE3}" dt="2025-06-28T15:09:36.671" v="20"/>
          <ac:spMkLst>
            <pc:docMk/>
            <pc:sldMk cId="1545754726" sldId="290"/>
            <ac:spMk id="2" creationId="{F2EC21CA-B64D-785D-98FE-2CE0782E0F09}"/>
          </ac:spMkLst>
        </pc:spChg>
        <pc:spChg chg="add mod">
          <ac:chgData name="Даниил Матвиенко" userId="9e45cbf02e4748f3" providerId="LiveId" clId="{55FB1FCA-9DEA-4CED-BBD5-4100EDD71AE3}" dt="2025-06-28T15:09:36.671" v="20"/>
          <ac:spMkLst>
            <pc:docMk/>
            <pc:sldMk cId="1545754726" sldId="290"/>
            <ac:spMk id="6" creationId="{CC81F1B3-799C-5C69-524D-AA2916AA6F46}"/>
          </ac:spMkLst>
        </pc:spChg>
        <pc:spChg chg="add mod">
          <ac:chgData name="Даниил Матвиенко" userId="9e45cbf02e4748f3" providerId="LiveId" clId="{55FB1FCA-9DEA-4CED-BBD5-4100EDD71AE3}" dt="2025-06-28T15:09:36.671" v="20"/>
          <ac:spMkLst>
            <pc:docMk/>
            <pc:sldMk cId="1545754726" sldId="290"/>
            <ac:spMk id="7" creationId="{D709E009-B75C-8F79-8C37-1690EA8A03BD}"/>
          </ac:spMkLst>
        </pc:spChg>
        <pc:spChg chg="add mod">
          <ac:chgData name="Даниил Матвиенко" userId="9e45cbf02e4748f3" providerId="LiveId" clId="{55FB1FCA-9DEA-4CED-BBD5-4100EDD71AE3}" dt="2025-06-28T15:09:36.671" v="20"/>
          <ac:spMkLst>
            <pc:docMk/>
            <pc:sldMk cId="1545754726" sldId="290"/>
            <ac:spMk id="8" creationId="{28025777-911C-8481-B858-78648C71144C}"/>
          </ac:spMkLst>
        </pc:spChg>
        <pc:spChg chg="add mod">
          <ac:chgData name="Даниил Матвиенко" userId="9e45cbf02e4748f3" providerId="LiveId" clId="{55FB1FCA-9DEA-4CED-BBD5-4100EDD71AE3}" dt="2025-06-28T15:10:04.711" v="27" actId="1076"/>
          <ac:spMkLst>
            <pc:docMk/>
            <pc:sldMk cId="1545754726" sldId="290"/>
            <ac:spMk id="9" creationId="{0FFF3D57-0EBD-997B-CB57-B3E24B269B48}"/>
          </ac:spMkLst>
        </pc:spChg>
        <pc:picChg chg="add mod">
          <ac:chgData name="Даниил Матвиенко" userId="9e45cbf02e4748f3" providerId="LiveId" clId="{55FB1FCA-9DEA-4CED-BBD5-4100EDD71AE3}" dt="2025-06-28T15:11:00.420" v="33" actId="1582"/>
          <ac:picMkLst>
            <pc:docMk/>
            <pc:sldMk cId="1545754726" sldId="290"/>
            <ac:picMk id="3" creationId="{ECBD2E11-BB74-0E63-F726-5A2C0DB888DE}"/>
          </ac:picMkLst>
        </pc:picChg>
        <pc:picChg chg="add mod">
          <ac:chgData name="Даниил Матвиенко" userId="9e45cbf02e4748f3" providerId="LiveId" clId="{55FB1FCA-9DEA-4CED-BBD5-4100EDD71AE3}" dt="2025-06-28T15:10:41.490" v="30" actId="208"/>
          <ac:picMkLst>
            <pc:docMk/>
            <pc:sldMk cId="1545754726" sldId="290"/>
            <ac:picMk id="4" creationId="{395CBEFE-BE53-088D-5AAD-75F39B7C73F6}"/>
          </ac:picMkLst>
        </pc:picChg>
        <pc:picChg chg="add mod">
          <ac:chgData name="Даниил Матвиенко" userId="9e45cbf02e4748f3" providerId="LiveId" clId="{55FB1FCA-9DEA-4CED-BBD5-4100EDD71AE3}" dt="2025-06-28T15:10:44.231" v="31" actId="208"/>
          <ac:picMkLst>
            <pc:docMk/>
            <pc:sldMk cId="1545754726" sldId="290"/>
            <ac:picMk id="5" creationId="{31984899-70EE-2C43-C5D9-BEEEF7CBA378}"/>
          </ac:picMkLst>
        </pc:picChg>
      </pc:sldChg>
      <pc:sldChg chg="addSp delSp modSp new mod">
        <pc:chgData name="Даниил Матвиенко" userId="9e45cbf02e4748f3" providerId="LiveId" clId="{55FB1FCA-9DEA-4CED-BBD5-4100EDD71AE3}" dt="2025-06-28T15:11:17.573" v="35" actId="478"/>
        <pc:sldMkLst>
          <pc:docMk/>
          <pc:sldMk cId="1877392442" sldId="291"/>
        </pc:sldMkLst>
        <pc:spChg chg="add del mod">
          <ac:chgData name="Даниил Матвиенко" userId="9e45cbf02e4748f3" providerId="LiveId" clId="{55FB1FCA-9DEA-4CED-BBD5-4100EDD71AE3}" dt="2025-06-28T15:11:17.573" v="35" actId="478"/>
          <ac:spMkLst>
            <pc:docMk/>
            <pc:sldMk cId="1877392442" sldId="291"/>
            <ac:spMk id="2" creationId="{03279D56-6846-F17F-8B20-31F50832862C}"/>
          </ac:spMkLst>
        </pc:spChg>
        <pc:spChg chg="add mod">
          <ac:chgData name="Даниил Матвиенко" userId="9e45cbf02e4748f3" providerId="LiveId" clId="{55FB1FCA-9DEA-4CED-BBD5-4100EDD71AE3}" dt="2025-06-28T15:09:43.933" v="21"/>
          <ac:spMkLst>
            <pc:docMk/>
            <pc:sldMk cId="1877392442" sldId="291"/>
            <ac:spMk id="7" creationId="{5B3DE265-8078-51D1-3E3C-1D646D3512DD}"/>
          </ac:spMkLst>
        </pc:spChg>
        <pc:spChg chg="add mod">
          <ac:chgData name="Даниил Матвиенко" userId="9e45cbf02e4748f3" providerId="LiveId" clId="{55FB1FCA-9DEA-4CED-BBD5-4100EDD71AE3}" dt="2025-06-28T15:09:43.933" v="21"/>
          <ac:spMkLst>
            <pc:docMk/>
            <pc:sldMk cId="1877392442" sldId="291"/>
            <ac:spMk id="10" creationId="{215CEA8C-C6CE-33FF-6B24-0264DA663AE5}"/>
          </ac:spMkLst>
        </pc:spChg>
        <pc:spChg chg="add mod">
          <ac:chgData name="Даниил Матвиенко" userId="9e45cbf02e4748f3" providerId="LiveId" clId="{55FB1FCA-9DEA-4CED-BBD5-4100EDD71AE3}" dt="2025-06-28T15:09:43.933" v="21"/>
          <ac:spMkLst>
            <pc:docMk/>
            <pc:sldMk cId="1877392442" sldId="291"/>
            <ac:spMk id="11" creationId="{B82F2E02-3748-8758-EAAA-ABBF39F1D7D9}"/>
          </ac:spMkLst>
        </pc:spChg>
        <pc:spChg chg="add mod">
          <ac:chgData name="Даниил Матвиенко" userId="9e45cbf02e4748f3" providerId="LiveId" clId="{55FB1FCA-9DEA-4CED-BBD5-4100EDD71AE3}" dt="2025-06-28T15:10:09.023" v="28" actId="1076"/>
          <ac:spMkLst>
            <pc:docMk/>
            <pc:sldMk cId="1877392442" sldId="291"/>
            <ac:spMk id="12" creationId="{C26E65DB-6BD3-A328-3501-D523F94AB0CD}"/>
          </ac:spMkLst>
        </pc:sp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3" creationId="{9576D8E4-F743-C172-C8BE-E8D36A0C19B4}"/>
          </ac:picMkLst>
        </pc:pic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4" creationId="{05644C14-33E9-3AAE-C67C-358771F6C032}"/>
          </ac:picMkLst>
        </pc:pic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5" creationId="{9BD36606-425D-D917-B391-3B5B75139728}"/>
          </ac:picMkLst>
        </pc:pic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6" creationId="{AD3022EC-33EA-C35E-1009-ED0ED1115D2B}"/>
          </ac:picMkLst>
        </pc:pic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8" creationId="{DF1E7D2C-220F-EA23-E9B8-E2161C90A023}"/>
          </ac:picMkLst>
        </pc:picChg>
        <pc:picChg chg="add mod">
          <ac:chgData name="Даниил Матвиенко" userId="9e45cbf02e4748f3" providerId="LiveId" clId="{55FB1FCA-9DEA-4CED-BBD5-4100EDD71AE3}" dt="2025-06-28T15:11:13.373" v="34" actId="208"/>
          <ac:picMkLst>
            <pc:docMk/>
            <pc:sldMk cId="1877392442" sldId="291"/>
            <ac:picMk id="9" creationId="{46554977-61CF-E4EB-D20D-A193EFF5DC9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DAF56B0-21A7-C8CA-CB3E-4D2F0AD712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3EBE0E-0AA0-3861-2626-392F80C71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1AC0E-3657-441F-880D-44996981CAE4}" type="datetimeFigureOut">
              <a:rPr lang="ru-RU" smtClean="0"/>
              <a:t>10.10.2026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42A6BD-9D06-E63E-E997-4FF7E13784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9FCD1B-7241-D6A2-3ACA-65F2D39DF7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CE741-2B37-4C83-8072-9A2DA0C817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74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9cb922a7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49cb922a79_1_1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249cb922a79_1_1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1">
  <p:cSld name="Титульный слай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1</a:t>
            </a:r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" name="Google Shape;55;p1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283845" y="1428749"/>
            <a:ext cx="857631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</a:rPr>
              <a:t>Воспроизведение статьи</a:t>
            </a:r>
          </a:p>
          <a:p>
            <a:pPr algn="ctr"/>
            <a:r>
              <a:rPr lang="ru-RU" sz="2800" b="1" dirty="0">
                <a:solidFill>
                  <a:srgbClr val="FFFFFF"/>
                </a:solidFill>
              </a:rPr>
              <a:t>Cut Your Losses in Large-Vocabulary</a:t>
            </a:r>
          </a:p>
          <a:p>
            <a:pPr algn="ctr"/>
            <a:r>
              <a:rPr lang="ru-RU" sz="2800" b="1" dirty="0">
                <a:solidFill>
                  <a:srgbClr val="FFFFFF"/>
                </a:solidFill>
              </a:rPr>
              <a:t>Language Models</a:t>
            </a:r>
          </a:p>
        </p:txBody>
      </p:sp>
      <p:pic>
        <p:nvPicPr>
          <p:cNvPr id="63" name="Google Shape;63;p15" descr="https://pitch-assets-ccb95893-de3f-4266-973c-20049231b248.s3.eu-west-1.amazonaws.com/0e85026a-008d-4f73-b555-d556e9b7acd4?pitch-bytes=4898&amp;pitch-content-type=image%2Fsvg%2Bxm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0574" y="4476231"/>
            <a:ext cx="707491" cy="191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 descr="https://pitch-assets-ccb95893-de3f-4266-973c-20049231b248.s3.eu-west-1.amazonaws.com/efa381c9-5c10-4380-abee-d4f3f03ddc9d?pitch-bytes=3032&amp;pitch-content-type=image%2Fsvg%2Bxm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2007" y="4534270"/>
            <a:ext cx="1673573" cy="13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22" y="307125"/>
            <a:ext cx="1673574" cy="4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Лосс съедает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285F4"/>
                </a:solidFill>
                <a:latin typeface="Arial"/>
              </a:rPr>
              <a:t>4 748 MiB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одна матрица логитов
N x |V| в fp32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A4335"/>
                </a:solidFill>
                <a:latin typeface="Arial"/>
              </a:rPr>
              <a:t>14 244 MiB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лосс + градиент,
обычный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08080"/>
                </a:solidFill>
                <a:latin typeface="Arial"/>
              </a:rPr>
              <a:t>14 912 MiB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48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доступно на T4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Qwen2.5-0.5B, N = 8 192 токена, |V| = 151 936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Идея CCE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731520" cy="2194560"/>
          </a:xfrm>
          <a:prstGeom prst="rect">
            <a:avLst/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02020"/>
                </a:solidFill>
                <a:latin typeface="Arial"/>
              </a:rPr>
              <a:t>E
N x 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371600"/>
            <a:ext cx="731520" cy="2194560"/>
          </a:xfrm>
          <a:prstGeom prst="rect">
            <a:avLst/>
          </a:prstGeom>
          <a:solidFill>
            <a:srgbClr val="E8F0FE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202020"/>
                </a:solidFill>
                <a:latin typeface="Arial"/>
              </a:rPr>
              <a:t>C
|V| x 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2468880"/>
            <a:ext cx="548640" cy="0"/>
          </a:xfrm>
          <a:prstGeom prst="line">
            <a:avLst/>
          </a:prstGeom>
          <a:ln w="1905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017520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1568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85615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9663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21808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05856" y="128016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17520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1568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85615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69663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53712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37760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21808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05856" y="158191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17520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01568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85615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9663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53712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37760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21808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05856" y="188366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17520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01568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785615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9663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53712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937760" y="2185415"/>
            <a:ext cx="356616" cy="2743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21808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05856" y="2185415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017520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401568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785615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69663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53712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937760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21808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705856" y="2487168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017520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401568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785615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69663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53712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7760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321808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705856" y="2788920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017520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401568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785615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169663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553712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937760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321808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705856" y="3090672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017520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401568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785615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69663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53712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937760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21808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705856" y="3392424"/>
            <a:ext cx="356616" cy="2743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0" y="3712463"/>
            <a:ext cx="3072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логиты C E^T считаются блоками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181344" y="2468880"/>
            <a:ext cx="448056" cy="0"/>
          </a:xfrm>
          <a:prstGeom prst="line">
            <a:avLst/>
          </a:prstGeom>
          <a:ln w="19050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720840" y="1280160"/>
            <a:ext cx="320040" cy="2414016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32320" y="2103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02020"/>
                </a:solidFill>
                <a:latin typeface="Arial"/>
              </a:rPr>
              <a:t>LSE</a:t>
            </a:r>
          </a:p>
          <a:p>
            <a:r>
              <a:rPr sz="1400" b="0">
                <a:solidFill>
                  <a:srgbClr val="202020"/>
                </a:solidFill>
                <a:latin typeface="Arial"/>
              </a:rPr>
              <a:t>N чисел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4206240"/>
            <a:ext cx="24688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02020"/>
                </a:solidFill>
                <a:latin typeface="Arial"/>
              </a:rPr>
              <a:t>логиты не хранятся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91840" y="4206240"/>
            <a:ext cx="24688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02020"/>
                </a:solidFill>
                <a:latin typeface="Arial"/>
              </a:rPr>
              <a:t>фильтр малых |G|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206240"/>
            <a:ext cx="24688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>
                <a:solidFill>
                  <a:srgbClr val="202020"/>
                </a:solidFill>
                <a:latin typeface="Arial"/>
              </a:rPr>
              <a:t>сортировка словаря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Условия воспроизведения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7680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rial"/>
                        </a:rPr>
                        <a:t>Авторы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latin typeface="Arial"/>
                        </a:rPr>
                        <a:t>Воспроизведение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A100, sm_80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Tesla T4, sm_75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shared memory на блок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164 КБ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64 КБ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точность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bf16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fp16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блок ядер CCE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128 x 128, 4 стадии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64 x 64, 2 стадии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стек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torch 2.4.1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torch 2.5.1, Triton 3.1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модель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Gemma 2 2B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02020"/>
                          </a:solidFill>
                          <a:latin typeface="Arial"/>
                        </a:rPr>
                        <a:t>Qwen2.5-0.5B-Instruct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Память и время, N = 8 192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5</a:t>
            </a:r>
          </a:p>
        </p:txBody>
      </p:sp>
      <p:pic>
        <p:nvPicPr>
          <p:cNvPr id="4" name="Picture 3" descr="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8412480" cy="2817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Loss+Gradient, отношения; CCE на T4: 275.3 MiB при границе 273.7 MiB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Разреженность softmax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6</a:t>
            </a:r>
          </a:p>
        </p:txBody>
      </p:sp>
      <p:pic>
        <p:nvPicPr>
          <p:cNvPr id="4" name="Picture 3" descr="fig1_sparsit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4440080" cy="3383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46320" y="128016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Статья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rial"/>
                        </a:rPr>
                        <a:t>T4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ранг на 2^-12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~50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блоков пропущено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69.5%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без фильтра / CCE, Gradient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3.14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1.78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без сортировки / CCE, Gradient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1.15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02020"/>
                          </a:solidFill>
                          <a:latin typeface="Arial"/>
                        </a:rPr>
                        <a:t>1.12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46320" y="3291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в fp16 порог 2^-15 вместо 2^-12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Удаление игнорируемых токенов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7</a:t>
            </a:r>
          </a:p>
        </p:txBody>
      </p:sp>
      <p:pic>
        <p:nvPicPr>
          <p:cNvPr id="4" name="Picture 3" descr="ign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7498079" cy="32920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3484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в данных 27.4% игнорируемых токенов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Масштабирование по числу токенов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8</a:t>
            </a:r>
          </a:p>
        </p:txBody>
      </p:sp>
      <p:pic>
        <p:nvPicPr>
          <p:cNvPr id="4" name="Picture 3" descr="fig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3286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Отношение |V| /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9</a:t>
            </a:r>
          </a:p>
        </p:txBody>
      </p:sp>
      <p:pic>
        <p:nvPicPr>
          <p:cNvPr id="4" name="Picture 3" descr="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7498079" cy="3478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Дообучение: выбор lr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10</a:t>
            </a:r>
          </a:p>
        </p:txBody>
      </p:sp>
      <p:pic>
        <p:nvPicPr>
          <p:cNvPr id="4" name="Picture 3" descr="fig3_lr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3098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torch.compile, seed 0, 150 шагов; выбран 2.5e-6 = 2e-5 · 8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Дообучение: CCE против torch.compile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11</a:t>
            </a:r>
          </a:p>
        </p:txBody>
      </p:sp>
      <p:pic>
        <p:nvPicPr>
          <p:cNvPr id="4" name="Picture 3" descr="fig4_finetune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7955745" cy="283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285F4"/>
                </a:solidFill>
                <a:latin typeface="Arial"/>
              </a:rPr>
              <a:t>0.0001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26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разница методов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3840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08080"/>
                </a:solidFill>
                <a:latin typeface="Arial"/>
              </a:rPr>
              <a:t>0.018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526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02020"/>
                </a:solidFill>
                <a:latin typeface="Arial"/>
              </a:rPr>
              <a:t>разброс между seed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Максимальный батч на T4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12</a:t>
            </a:r>
          </a:p>
        </p:txBody>
      </p:sp>
      <p:pic>
        <p:nvPicPr>
          <p:cNvPr id="4" name="Picture 3" descr="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28728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08080"/>
                </a:solidFill>
                <a:latin typeface="Arial"/>
              </a:rPr>
              <a:t>полный шаг обучения, 512 токенов; скорость CCE на батче 94; формула приложения D: 15.1x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4285F4"/>
                </a:solidFill>
                <a:latin typeface="Arial"/>
              </a:rPr>
              <a:t>Итог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800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Arial"/>
              </a:rPr>
              <a:t>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0" y="960120"/>
          <a:ext cx="5852160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Arial"/>
                        </a:rPr>
                        <a:t>Утверждение статьи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Arial"/>
                        </a:rPr>
                        <a:t>T4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точность градиента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память на нижней границе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скорость наравне с torch.compile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разреженность softmax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ускорение от фильтрации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9AB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удаление игнорируемых токенов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9AB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масштабирование по N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тренд по |V| / D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A4335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кривые лосса совпадают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4A853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  <a:latin typeface="Arial"/>
                        </a:rPr>
                        <a:t>рост батча без потери скорости</a:t>
                      </a:r>
                    </a:p>
                  </a:txBody>
                  <a:tcPr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9AB00"/>
                          </a:solidFill>
                          <a:latin typeface="Arial"/>
                        </a:rPr>
                        <a:t>частично</a:t>
                      </a:r>
                    </a:p>
                  </a:txBody>
                  <a:tcPr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4480560"/>
            <a:ext cx="704088" cy="19202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535424"/>
            <a:ext cx="1673352" cy="1371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416552"/>
            <a:ext cx="13258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000000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358</Words>
  <Application>Microsoft Office PowerPoint</Application>
  <PresentationFormat>Экран (16:9)</PresentationFormat>
  <Paragraphs>109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Даниил Матвиенко</dc:creator>
  <cp:lastModifiedBy>Даниил Матвиенко</cp:lastModifiedBy>
  <cp:revision>100</cp:revision>
  <dcterms:modified xsi:type="dcterms:W3CDTF">2026-10-10T14:23:59Z</dcterms:modified>
</cp:coreProperties>
</file>